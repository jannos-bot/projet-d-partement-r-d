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E356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023360" cy="4023360"/>
          </a:xfrm>
          <a:prstGeom prst="ellipse">
            <a:avLst/>
          </a:prstGeom>
          <a:solidFill>
            <a:srgbClr val="1B4F9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TECHNIQUE — PROJET DE FIN D’ÉTUDES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881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et conception de deux architectures de télécommunication autonomes basées sur LoRaWAN et Wi-Fi HaLow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219456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architectures complémentaires — LoRaWAN + BLE et Wi-Fi HaLow — et leur intégration au sein d’un dongle de communication multi-support, pour une infrastructure privée, autonome et multiservice.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257800"/>
            <a:ext cx="900684" cy="384048"/>
          </a:xfrm>
          <a:prstGeom prst="roundRect">
            <a:avLst>
              <a:gd name="adj" fmla="val 50000"/>
            </a:avLst>
          </a:prstGeom>
          <a:solidFill>
            <a:srgbClr val="0E3565"/>
          </a:solidFill>
          <a:ln w="9525">
            <a:solidFill>
              <a:srgbClr val="4E8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57800"/>
            <a:ext cx="9006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705356" y="5257800"/>
            <a:ext cx="553212" cy="384048"/>
          </a:xfrm>
          <a:prstGeom prst="roundRect">
            <a:avLst>
              <a:gd name="adj" fmla="val 50000"/>
            </a:avLst>
          </a:prstGeom>
          <a:solidFill>
            <a:srgbClr val="0E3565"/>
          </a:solidFill>
          <a:ln w="9525">
            <a:solidFill>
              <a:srgbClr val="4E8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5356" y="5257800"/>
            <a:ext cx="5532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23160" y="5257800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0E3565"/>
          </a:solidFill>
          <a:ln w="9525">
            <a:solidFill>
              <a:srgbClr val="4E8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5257800"/>
            <a:ext cx="12481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HaLow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35908" y="525780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0E3565"/>
          </a:solidFill>
          <a:ln w="9525">
            <a:solidFill>
              <a:srgbClr val="4E8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5908" y="52578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Dongle multi-support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0468" y="52578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0E3565"/>
          </a:solidFill>
          <a:ln w="9525">
            <a:solidFill>
              <a:srgbClr val="4E8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0468" y="52578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Paiement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: LoRaWAN + BLE     •     Solution 2 : Wi-Fi HaLow     •     Solution combinée : dongle multi-support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31720" y="201168"/>
            <a:ext cx="9418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LoRaWAN + BLE</a:t>
            </a:r>
            <a:endParaRPr lang="en-US" sz="2400" dirty="0"/>
          </a:p>
        </p:txBody>
      </p:sp>
      <p:pic>
        <p:nvPicPr>
          <p:cNvPr id="5" name="Image 0" descr="/home/claude/diagrams/arc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156" y="896112"/>
            <a:ext cx="10341383" cy="5779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6568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smartphone communique en BLE avec un relais qui achemine les données via le réseau maillé LoRaWAN — adapté à l’IoT, la collecte de données, la messagerie légère et le paiement à faible volume.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31720" y="201168"/>
            <a:ext cx="9418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Wi-Fi HaLow</a:t>
            </a:r>
            <a:endParaRPr lang="en-US" sz="2400" dirty="0"/>
          </a:p>
        </p:txBody>
      </p:sp>
      <p:pic>
        <p:nvPicPr>
          <p:cNvPr id="5" name="Image 0" descr="/home/claude/diagrams/arc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156" y="896112"/>
            <a:ext cx="10341383" cy="5779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6568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dongle relie le smartphone au réseau Wi-Fi HaLow maillé et à un cœur réseau IP, permettant la voix, la messagerie et l’accès Internet grâce à un débit plus élevé que LoRaWAN.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COMBINÉE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31720" y="201168"/>
            <a:ext cx="9418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Dongle de communication multi-support</a:t>
            </a:r>
            <a:endParaRPr lang="en-US" sz="2400" dirty="0"/>
          </a:p>
        </p:txBody>
      </p:sp>
      <p:pic>
        <p:nvPicPr>
          <p:cNvPr id="5" name="Image 0" descr="/home/claude/diagrams/arc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156" y="896112"/>
            <a:ext cx="10341383" cy="57790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65683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C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dongle intègre BLE, Wi-Fi, LoRa/LoRaWAN et Wi-Fi HaLow : chaque technologie est mobilisée selon le service requis, répondant ainsi à la problématique de départ.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331720" y="201168"/>
            <a:ext cx="9418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architectures et conclusion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7040880" cy="5257800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  <a:gridCol w="2468880"/>
              </a:tblGrid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LoRaWAN + BLE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Wi-Fi HaLow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Portée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Très longue (~15 km)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Longue (~1-2 km, sous-GHz)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Débit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Faible (0,3 - 50 kbps)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Plus élevé (~ jusqu’à 8 Mbps)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Consommation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Très faible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Plus élevée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Compat. smartphone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Non native (BLE requis)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Non native (dongle requis)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IoT / télémétrie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Excellent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Très adapté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Paiement électronique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Adapté (faibles volumes)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Très adapté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Voix / Internet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Très limité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Faisable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647"/>
                          </a:solidFill>
                        </a:rPr>
                        <a:t>Réseau maillé IP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Nécessite des mécanismes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A2647"/>
                          </a:solidFill>
                        </a:rPr>
                        <a:t>Naturel au niveau IP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960120"/>
            <a:ext cx="4005072" cy="5257800"/>
          </a:xfrm>
          <a:prstGeom prst="roundRect">
            <a:avLst>
              <a:gd name="adj" fmla="val 2283"/>
            </a:avLst>
          </a:prstGeom>
          <a:solidFill>
            <a:srgbClr val="0A2647"/>
          </a:solidFill>
          <a:ln/>
        </p:spPr>
      </p:sp>
      <p:sp>
        <p:nvSpPr>
          <p:cNvPr id="7" name="Shape 4"/>
          <p:cNvSpPr/>
          <p:nvPr/>
        </p:nvSpPr>
        <p:spPr>
          <a:xfrm>
            <a:off x="8019288" y="123444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</p:sp>
      <p:sp>
        <p:nvSpPr>
          <p:cNvPr id="8" name="Text 5"/>
          <p:cNvSpPr/>
          <p:nvPr/>
        </p:nvSpPr>
        <p:spPr>
          <a:xfrm>
            <a:off x="8019288" y="123444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19288" y="1691640"/>
            <a:ext cx="3419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technologies complémentaires, pas concurrentes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019288" y="2423160"/>
            <a:ext cx="3419856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LoRaWAN + BLE : idéal pour l’IoT, la télémétrie, la messagerie légère et le paiement à faible volume, avec une portée maximale et une consommation minimale.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HaLow : apporte le débit IP nécessaire à la voix, à la messagerie enrichie et à l’accès Internet.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D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dongle multi-support (BLE, Wi-Fi, LoRa, HaLow) combine les deux réseaux et sélectionne la technologie adaptée à chaque service, répondant ainsi pleinement à la problématique de départ : une infrastructure privée, autonome, évolutive et multiservice.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Architectures LoRaWAN et Wi-Fi HaLow</dc:title>
  <dc:subject>PptxGenJS Presentation</dc:subject>
  <dc:creator>Nabil</dc:creator>
  <cp:lastModifiedBy>Nabil</cp:lastModifiedBy>
  <cp:revision>1</cp:revision>
  <dcterms:created xsi:type="dcterms:W3CDTF">2026-09-11T14:17:07Z</dcterms:created>
  <dcterms:modified xsi:type="dcterms:W3CDTF">2026-09-11T14:17:07Z</dcterms:modified>
</cp:coreProperties>
</file>